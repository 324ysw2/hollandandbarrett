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0467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0F0F0F"/>
                </a:solidFill>
                <a:latin typeface="Malgun Gothic"/>
              </a:defRPr>
            </a:pPr>
            <a:r>
              <a:t>벨레다 리뷰 기반 영업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9326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항목별 감성/구매장벽 분석과 유사 브랜드 추천을 연결한 자동 제안서 샘플입니다.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17320"/>
            <a:ext cx="10927080" cy="13716"/>
          </a:xfrm>
          <a:prstGeom prst="rect">
            <a:avLst/>
          </a:prstGeom>
          <a:solidFill>
            <a:srgbClr val="BEC2C8"/>
          </a:solidFill>
          <a:ln>
            <a:solidFill>
              <a:srgbClr val="BE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514600" cy="71323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640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그룹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057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0F0F0F"/>
                </a:solidFill>
                <a:latin typeface="Malgun Gothic"/>
              </a:defRPr>
            </a:pPr>
            <a:r>
              <a:t>클렌징/바디/헤어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755648"/>
            <a:ext cx="2240280" cy="71323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74519"/>
            <a:ext cx="8229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21408"/>
            <a:ext cx="1645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0F0F0F"/>
                </a:solidFill>
                <a:latin typeface="Malgun Gothic"/>
              </a:defRPr>
            </a:pPr>
            <a:r>
              <a:t>84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4800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배송·문의 불안 제거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단점/주의 문구 보완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사용감 시각 증거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5292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추천 영업상품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218688"/>
            <a:ext cx="4572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084064"/>
            <a:ext cx="4297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클로란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앙방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슌유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더바디샵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애경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663440"/>
            <a:ext cx="4864608" cy="9144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8280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147E74"/>
                </a:solidFill>
                <a:latin typeface="Malgun Gothic"/>
              </a:defRPr>
            </a:pPr>
            <a:r>
              <a:t>제안 메일 한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120640"/>
            <a:ext cx="431596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F0F0F"/>
                </a:solidFill>
                <a:latin typeface="Malgun Gothic"/>
              </a:defRPr>
            </a:pPr>
            <a:r>
              <a:t>벨레다는 베이비, 위해, 케어 신호가 있어 리뷰/FAQ 기반 상세페이지 개선 제안이 적합합니다.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Research-backed sales automation | review-based recommender + ABSA + proposal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