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더마쏘틱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87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FAQ/CS 정보 정리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가격·혜택 설득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제안메일용 PPT/이미지 카드 제작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라리타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포스트쿠엄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알제니스트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포더스킨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떼즈블랑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더마쏘틱는 마스크, 크림, 클렌징 신호가 있어 리뷰/FAQ 기반 상세페이지 개선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