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0467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000" b="1">
                <a:solidFill>
                  <a:srgbClr val="0F0F0F"/>
                </a:solidFill>
                <a:latin typeface="Malgun Gothic"/>
              </a:defRPr>
            </a:pPr>
            <a:r>
              <a:t>이런날엔 리뷰 기반 영업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78992"/>
            <a:ext cx="9326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항목별 감성/구매장벽 분석과 유사 브랜드 추천을 연결한 자동 제안서 샘플입니다.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417320"/>
            <a:ext cx="10927080" cy="13716"/>
          </a:xfrm>
          <a:prstGeom prst="rect">
            <a:avLst/>
          </a:prstGeom>
          <a:solidFill>
            <a:srgbClr val="BEC2C8"/>
          </a:solidFill>
          <a:ln>
            <a:solidFill>
              <a:srgbClr val="BEC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2514600" cy="713232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640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그룹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21408"/>
            <a:ext cx="2057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1">
                <a:solidFill>
                  <a:srgbClr val="0F0F0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755648"/>
            <a:ext cx="2240280" cy="713232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874519"/>
            <a:ext cx="82296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FF6B35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121408"/>
            <a:ext cx="1645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0F0F0F"/>
                </a:solidFill>
                <a:latin typeface="Malgun Gothic"/>
              </a:defRPr>
            </a:pPr>
            <a:r>
              <a:t>87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52928"/>
            <a:ext cx="1280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F0F0F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18688"/>
            <a:ext cx="4800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가격·혜택 설득 필요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단점/주의 문구 보완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852928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F0F0F"/>
                </a:solidFill>
                <a:latin typeface="Malgun Gothic"/>
              </a:defRPr>
            </a:pPr>
            <a:r>
              <a:t>추천 영업상품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3218688"/>
            <a:ext cx="45720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체험단/숏폼 리뷰 콘텐츠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네이버 검색광고/쇼핑 키워드 패키지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736592"/>
            <a:ext cx="1280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F0F0F"/>
                </a:solidFill>
                <a:latin typeface="Malgun Gothic"/>
              </a:defRPr>
            </a:pPr>
            <a:r>
              <a:t>유사 브랜드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084064"/>
            <a:ext cx="42976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이나벨로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포스트쿠엄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플렌티플랜트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엑스비앙스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메리케이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4663440"/>
            <a:ext cx="4864608" cy="9144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4828032"/>
            <a:ext cx="1417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50" b="1">
                <a:solidFill>
                  <a:srgbClr val="147E74"/>
                </a:solidFill>
                <a:latin typeface="Malgun Gothic"/>
              </a:defRPr>
            </a:pPr>
            <a:r>
              <a:t>제안 메일 한 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5120640"/>
            <a:ext cx="4315968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50" b="1">
                <a:solidFill>
                  <a:srgbClr val="0F0F0F"/>
                </a:solidFill>
                <a:latin typeface="Malgun Gothic"/>
              </a:defRPr>
            </a:pPr>
            <a:r>
              <a:t>이런날엔는 만족, 좋음, 맛집 신호가 있어 체험단/숏폼 리뷰 콘텐츠 제안이 적합합니다.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6473952"/>
            <a:ext cx="57607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Research-backed sales automation | review-based recommender + ABSA + proposal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