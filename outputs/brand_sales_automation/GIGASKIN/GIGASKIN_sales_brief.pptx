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0467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000" b="1">
                <a:solidFill>
                  <a:srgbClr val="0F0F0F"/>
                </a:solidFill>
                <a:latin typeface="Malgun Gothic"/>
              </a:defRPr>
            </a:pPr>
            <a:r>
              <a:t>GIGASKIN 리뷰 기반 영업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78992"/>
            <a:ext cx="9326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항목별 감성/구매장벽 분석과 유사 브랜드 추천을 연결한 자동 제안서 샘플입니다.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417320"/>
            <a:ext cx="10927080" cy="13716"/>
          </a:xfrm>
          <a:prstGeom prst="rect">
            <a:avLst/>
          </a:prstGeom>
          <a:solidFill>
            <a:srgbClr val="BEC2C8"/>
          </a:solidFill>
          <a:ln>
            <a:solidFill>
              <a:srgbClr val="BEC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514600" cy="71323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640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그룹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057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1">
                <a:solidFill>
                  <a:srgbClr val="0F0F0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755648"/>
            <a:ext cx="2240280" cy="71323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74519"/>
            <a:ext cx="8229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21408"/>
            <a:ext cx="1645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0F0F0F"/>
                </a:solidFill>
                <a:latin typeface="Malgun Gothic"/>
              </a:defRPr>
            </a:pPr>
            <a:r>
              <a:t>83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8"/>
            <a:ext cx="4800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가격·혜택 설득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배송·문의 불안 제거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단점/주의 문구 보완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자극·효능 신뢰 근거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5292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추천 영업상품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218688"/>
            <a:ext cx="4572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084064"/>
            <a:ext cx="4297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포스트쿠엄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씨소울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플렌티플랜트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1.618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나노팜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663440"/>
            <a:ext cx="4864608" cy="9144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82803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147E74"/>
                </a:solidFill>
                <a:latin typeface="Malgun Gothic"/>
              </a:defRPr>
            </a:pPr>
            <a:r>
              <a:t>제안 메일 한 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120640"/>
            <a:ext cx="431596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0F0F0F"/>
                </a:solidFill>
                <a:latin typeface="Malgun Gothic"/>
              </a:defRPr>
            </a:pPr>
            <a:r>
              <a:t>GIGASKIN는 좋아요, 만족, 크림 신호가 있어 리뷰/FAQ 기반 상세페이지 개선 제안이 적합합니다.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Research-backed sales automation | review-based recommender + ABSA + proposal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