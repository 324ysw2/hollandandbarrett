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헤이네이처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75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이소켈리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뷰니오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만향소포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디쥬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네클라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헤이네이처는 진정, 세트, 장벽 신호가 있어 리뷰/FAQ 기반 상세페이지 개선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