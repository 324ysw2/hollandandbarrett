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822960"/>
            <a:ext cx="658368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600" b="1">
                <a:solidFill>
                  <a:srgbClr val="101010"/>
                </a:solidFill>
                <a:latin typeface="Malgun Gothic"/>
              </a:defRPr>
            </a:pPr>
            <a:r>
              <a:t>브랜드별 리뷰 정리</a:t>
            </a:r>
            <a:br/>
            <a:r>
              <a:t>3개 샘플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69494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0">
                <a:solidFill>
                  <a:srgbClr val="585858"/>
                </a:solidFill>
                <a:latin typeface="Malgun Gothic"/>
              </a:defRPr>
            </a:pPr>
            <a:r>
              <a:t>로컬 JSON 분석 결과를 바탕으로 브랜드별 리뷰 핵심, 고객 신호, 추천 영업상품을 한 장씩 정리했습니다.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35240" y="786384"/>
            <a:ext cx="3749039" cy="507492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078992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101010"/>
                </a:solidFill>
                <a:latin typeface="Malgun Gothic"/>
              </a:defRPr>
            </a:pPr>
            <a:r>
              <a:t>포함 브랜드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3568" y="162763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62763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7510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85858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679191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679191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26663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85858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73075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3075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07822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85858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85858"/>
                </a:solidFill>
                <a:latin typeface="Malgun Gothic"/>
              </a:defRPr>
            </a:pPr>
            <a:r>
              <a:t>브랜드별 리뷰 정리 샘플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85858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리뷰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1498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85858"/>
                </a:solidFill>
                <a:latin typeface="Malgun Gothic"/>
              </a:defRPr>
            </a:pPr>
            <a:r>
              <a:t>리뷰에서 반복되는 고객 언어를 영업 제안 포인트로 변환했습니다.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210312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55648"/>
            <a:ext cx="18836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691640"/>
            <a:ext cx="20116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5808" y="1755648"/>
            <a:ext cx="179222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691640"/>
            <a:ext cx="1280160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0368" y="1755648"/>
            <a:ext cx="106070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67712"/>
            <a:ext cx="1691640" cy="768096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386584"/>
            <a:ext cx="1435608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734056"/>
            <a:ext cx="143560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50" b="0">
                <a:solidFill>
                  <a:srgbClr val="585858"/>
                </a:solidFill>
                <a:latin typeface="Malgun Gothic"/>
              </a:defRPr>
            </a:pPr>
            <a:r>
              <a:t>정제 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2267712"/>
            <a:ext cx="1691640" cy="768096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2386584"/>
            <a:ext cx="1435608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47E74"/>
                </a:solidFill>
                <a:latin typeface="Malgun Gothic"/>
              </a:defRPr>
            </a:pPr>
            <a: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734056"/>
            <a:ext cx="143560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50" b="0">
                <a:solidFill>
                  <a:srgbClr val="585858"/>
                </a:solidFill>
                <a:latin typeface="Malgun Gothic"/>
              </a:defRPr>
            </a:pPr>
            <a:r>
              <a:t>긍정 문장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25696" y="2267712"/>
            <a:ext cx="1691640" cy="768096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386584"/>
            <a:ext cx="1435608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734056"/>
            <a:ext cx="143560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50" b="0">
                <a:solidFill>
                  <a:srgbClr val="585858"/>
                </a:solidFill>
                <a:latin typeface="Malgun Gothic"/>
              </a:defRPr>
            </a:pPr>
            <a:r>
              <a:t>부정/주의 문장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240280"/>
            <a:ext cx="182880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핵심 키워드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2633472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2688336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좋아요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91271" y="2633472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6136" y="2688336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네이버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53144" y="2633472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08008" y="2688336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페이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3026664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84264" y="3081528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구매평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91271" y="3026664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3081528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등록된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53144" y="3026664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08008" y="3081528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만족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456432"/>
            <a:ext cx="1828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858768"/>
            <a:ext cx="50749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01010"/>
                </a:solidFill>
                <a:latin typeface="Malgun Gothic"/>
              </a:defRPr>
            </a:pPr>
            <a:r>
              <a:t>된 네이버 페이 구매평) 만족 산뜻하고 촉촉해요 만족 배송도 빠르고 흡수력도 좋아요~분사력은 안개분사가 아닌것 같아요~...</a:t>
            </a:r>
          </a:p>
          <a:p>
            <a:pPr>
              <a:spcAft>
                <a:spcPts val="700"/>
              </a:spcAft>
              <a:defRPr sz="1150">
                <a:solidFill>
                  <a:srgbClr val="101010"/>
                </a:solidFill>
                <a:latin typeface="Malgun Gothic"/>
              </a:defRPr>
            </a:pPr>
            <a:r>
              <a:t>여러번 레이어드하고 촉촉할때 크림을 덧바르는데 좋은것 같아요 1.618 히알루론산 앰플 토너 200ml 만족 환절기때 피...</a:t>
            </a:r>
          </a:p>
          <a:p>
            <a:pPr>
              <a:spcAft>
                <a:spcPts val="700"/>
              </a:spcAft>
              <a:defRPr sz="1150">
                <a:solidFill>
                  <a:srgbClr val="101010"/>
                </a:solidFill>
                <a:latin typeface="Malgun Gothic"/>
              </a:defRPr>
            </a:pPr>
            <a:r>
              <a:t>좋아요 1.618 티트리 클리어링 폼클렌저 150ml 재구매 10개째 선물도하고 좋아서 재구매 10개 이상 했어요 ㅎㅎ...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456432"/>
            <a:ext cx="1828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영업 제안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3858768"/>
            <a:ext cx="4389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700"/>
              </a:spcAft>
              <a:defRPr sz="125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700"/>
              </a:spcAft>
              <a:defRPr sz="125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5166360"/>
            <a:ext cx="4663440" cy="65836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5321808"/>
            <a:ext cx="12344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FF6B35"/>
                </a:solidFill>
                <a:latin typeface="Malgun Gothic"/>
              </a:defRPr>
            </a:pPr>
            <a:r>
              <a:t>제안 메시지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9248" y="5266944"/>
            <a:ext cx="30632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50" b="1">
                <a:solidFill>
                  <a:srgbClr val="101010"/>
                </a:solidFill>
                <a:latin typeface="Malgun Gothic"/>
              </a:defRPr>
            </a:pPr>
            <a:r>
              <a:t>1.618은(는) 보습/수분/리페어 중 가격/혜택형으로 분류됩니다. 핵심 근거는 좋아요, 네이버, 페이...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85858"/>
                </a:solidFill>
                <a:latin typeface="Malgun Gothic"/>
              </a:defRPr>
            </a:pPr>
            <a:r>
              <a:t>브랜드별 리뷰 정리 샘플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85858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리뷰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1498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85858"/>
                </a:solidFill>
                <a:latin typeface="Malgun Gothic"/>
              </a:defRPr>
            </a:pPr>
            <a:r>
              <a:t>리뷰에서 반복되는 고객 언어를 영업 제안 포인트로 변환했습니다.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210312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55648"/>
            <a:ext cx="18836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691640"/>
            <a:ext cx="20116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5808" y="1755648"/>
            <a:ext cx="179222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후기 강점형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691640"/>
            <a:ext cx="1280160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0368" y="1755648"/>
            <a:ext cx="106070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67712"/>
            <a:ext cx="1691640" cy="768096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386584"/>
            <a:ext cx="1435608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734056"/>
            <a:ext cx="143560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50" b="0">
                <a:solidFill>
                  <a:srgbClr val="585858"/>
                </a:solidFill>
                <a:latin typeface="Malgun Gothic"/>
              </a:defRPr>
            </a:pPr>
            <a:r>
              <a:t>정제 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2267712"/>
            <a:ext cx="1691640" cy="768096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2386584"/>
            <a:ext cx="1435608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47E74"/>
                </a:solidFill>
                <a:latin typeface="Malgun Gothic"/>
              </a:defRPr>
            </a:pPr>
            <a: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734056"/>
            <a:ext cx="143560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50" b="0">
                <a:solidFill>
                  <a:srgbClr val="585858"/>
                </a:solidFill>
                <a:latin typeface="Malgun Gothic"/>
              </a:defRPr>
            </a:pPr>
            <a:r>
              <a:t>긍정 문장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25696" y="2267712"/>
            <a:ext cx="1691640" cy="768096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386584"/>
            <a:ext cx="1435608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734056"/>
            <a:ext cx="143560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50" b="0">
                <a:solidFill>
                  <a:srgbClr val="585858"/>
                </a:solidFill>
                <a:latin typeface="Malgun Gothic"/>
              </a:defRPr>
            </a:pPr>
            <a:r>
              <a:t>부정/주의 문장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240280"/>
            <a:ext cx="182880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핵심 키워드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2633472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2688336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하이클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91271" y="2633472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6136" y="2688336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라하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53144" y="2633472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08008" y="2688336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바하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3026664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84264" y="3081528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소프트닝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91271" y="3026664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3081528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글로우픽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53144" y="3026664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08008" y="3081528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같아요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456432"/>
            <a:ext cx="1828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858768"/>
            <a:ext cx="50749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01010"/>
                </a:solidFill>
                <a:latin typeface="Malgun Gothic"/>
              </a:defRPr>
            </a:pPr>
            <a:r>
              <a:t>세상 모든 뷰티의 시작과 끝 글로우픽 앱에서 보기 하이클 스테디 랭킹 리뷰 리뷰어 이벤트 캐스트 전체 스킨케어 클렌징 마...</a:t>
            </a:r>
          </a:p>
          <a:p>
            <a:pPr>
              <a:spcAft>
                <a:spcPts val="700"/>
              </a:spcAft>
              <a:defRPr sz="1150">
                <a:solidFill>
                  <a:srgbClr val="101010"/>
                </a:solidFill>
                <a:latin typeface="Malgun Gothic"/>
              </a:defRPr>
            </a:pPr>
            <a:r>
              <a:t>27,000원 2 하이클 바하 딥 포어 젤 클렌저 4.25 · 리뷰 12 150ml</a:t>
            </a:r>
          </a:p>
          <a:p>
            <a:pPr>
              <a:spcAft>
                <a:spcPts val="700"/>
              </a:spcAft>
              <a:defRPr sz="1150">
                <a:solidFill>
                  <a:srgbClr val="101010"/>
                </a:solidFill>
                <a:latin typeface="Malgun Gothic"/>
              </a:defRPr>
            </a:pPr>
            <a:r>
              <a:t>20,000원 3 하이클 바하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456432"/>
            <a:ext cx="1828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영업 제안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3858768"/>
            <a:ext cx="4389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  <a:p>
            <a:pPr>
              <a:spcAft>
                <a:spcPts val="700"/>
              </a:spcAft>
              <a:defRPr sz="125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700"/>
              </a:spcAft>
              <a:defRPr sz="125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5166360"/>
            <a:ext cx="4663440" cy="65836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5321808"/>
            <a:ext cx="12344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FF6B35"/>
                </a:solidFill>
                <a:latin typeface="Malgun Gothic"/>
              </a:defRPr>
            </a:pPr>
            <a:r>
              <a:t>제안 메시지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9248" y="5266944"/>
            <a:ext cx="30632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50" b="1">
                <a:solidFill>
                  <a:srgbClr val="101010"/>
                </a:solidFill>
                <a:latin typeface="Malgun Gothic"/>
              </a:defRPr>
            </a:pPr>
            <a:r>
              <a:t>HYCL은(는) 보습/수분/리페어 중 후기 강점형으로 분류됩니다. 핵심 근거는 하이클, 라하, 바하,...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85858"/>
                </a:solidFill>
                <a:latin typeface="Malgun Gothic"/>
              </a:defRPr>
            </a:pPr>
            <a:r>
              <a:t>브랜드별 리뷰 정리 샘플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85858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리뷰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1498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85858"/>
                </a:solidFill>
                <a:latin typeface="Malgun Gothic"/>
              </a:defRPr>
            </a:pPr>
            <a:r>
              <a:t>리뷰에서 반복되는 고객 언어를 영업 제안 포인트로 변환했습니다.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210312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55648"/>
            <a:ext cx="18836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691640"/>
            <a:ext cx="20116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5808" y="1755648"/>
            <a:ext cx="179222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691640"/>
            <a:ext cx="1280160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0368" y="1755648"/>
            <a:ext cx="106070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67712"/>
            <a:ext cx="1691640" cy="768096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386584"/>
            <a:ext cx="1435608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734056"/>
            <a:ext cx="143560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50" b="0">
                <a:solidFill>
                  <a:srgbClr val="585858"/>
                </a:solidFill>
                <a:latin typeface="Malgun Gothic"/>
              </a:defRPr>
            </a:pPr>
            <a:r>
              <a:t>정제 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2267712"/>
            <a:ext cx="1691640" cy="768096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2386584"/>
            <a:ext cx="1435608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47E74"/>
                </a:solidFill>
                <a:latin typeface="Malgun Gothic"/>
              </a:defRPr>
            </a:pPr>
            <a: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734056"/>
            <a:ext cx="143560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50" b="0">
                <a:solidFill>
                  <a:srgbClr val="585858"/>
                </a:solidFill>
                <a:latin typeface="Malgun Gothic"/>
              </a:defRPr>
            </a:pPr>
            <a:r>
              <a:t>긍정 문장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25696" y="2267712"/>
            <a:ext cx="1691640" cy="768096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386584"/>
            <a:ext cx="1435608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734056"/>
            <a:ext cx="143560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50" b="0">
                <a:solidFill>
                  <a:srgbClr val="585858"/>
                </a:solidFill>
                <a:latin typeface="Malgun Gothic"/>
              </a:defRPr>
            </a:pPr>
            <a:r>
              <a:t>부정/주의 문장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240280"/>
            <a:ext cx="182880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핵심 키워드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2633472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2688336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어성초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91271" y="2633472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6136" y="2688336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평점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53144" y="2633472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08008" y="2688336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3026664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84264" y="3081528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여드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91271" y="3026664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3081528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Story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53144" y="3026664"/>
            <a:ext cx="1078992" cy="265176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08008" y="3081528"/>
            <a:ext cx="969264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19" b="1">
                <a:solidFill>
                  <a:srgbClr val="147E74"/>
                </a:solidFill>
                <a:latin typeface="Malgun Gothic"/>
              </a:defRPr>
            </a:pPr>
            <a:r>
              <a:t>많이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456432"/>
            <a:ext cx="1828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858768"/>
            <a:ext cx="50749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01010"/>
                </a:solidFill>
                <a:latin typeface="Malgun Gothic"/>
              </a:defRPr>
            </a:pPr>
            <a:r>
              <a:t>리뷰 5 평점 4.9 ABOUT 자연에서 오고 자연으로 돌아가는 본래의 건강한 피부를 위한 헤이네이처 자세히보기 Hear...</a:t>
            </a:r>
          </a:p>
          <a:p>
            <a:pPr>
              <a:spcAft>
                <a:spcPts val="700"/>
              </a:spcAft>
              <a:defRPr sz="1150">
                <a:solidFill>
                  <a:srgbClr val="101010"/>
                </a:solidFill>
                <a:latin typeface="Malgun Gothic"/>
              </a:defRPr>
            </a:pPr>
            <a:r>
              <a:t>킨+앰플 세트 왼쪽이 바르기전오른쪽이 일주일후화농성 여드*이 진짜 많이 진정되고 여드*때문에 피부가 아픈정도 였는데 이제...</a:t>
            </a:r>
          </a:p>
          <a:p>
            <a:pPr>
              <a:spcAft>
                <a:spcPts val="700"/>
              </a:spcAft>
              <a:defRPr sz="1150">
                <a:solidFill>
                  <a:srgbClr val="101010"/>
                </a:solidFill>
                <a:latin typeface="Malgun Gothic"/>
              </a:defRPr>
            </a:pPr>
            <a:r>
              <a:t>ABOUT EVENT BEST SHOP COMMUNITY REVIEW 검색 가입 시 3천원 적립금 0 &gt; 어성초 스킨+앰...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456432"/>
            <a:ext cx="1828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영업 제안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3858768"/>
            <a:ext cx="4389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700"/>
              </a:spcAft>
              <a:defRPr sz="125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700"/>
              </a:spcAft>
              <a:defRPr sz="125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5166360"/>
            <a:ext cx="4663440" cy="65836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5321808"/>
            <a:ext cx="12344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FF6B35"/>
                </a:solidFill>
                <a:latin typeface="Malgun Gothic"/>
              </a:defRPr>
            </a:pPr>
            <a:r>
              <a:t>제안 메시지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9248" y="5266944"/>
            <a:ext cx="30632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50" b="1">
                <a:solidFill>
                  <a:srgbClr val="101010"/>
                </a:solidFill>
                <a:latin typeface="Malgun Gothic"/>
              </a:defRPr>
            </a:pPr>
            <a:r>
              <a:t>헤이네이처은(는) 장벽/진정/민감 케어 중 가격/혜택형으로 분류됩니다. 핵심 근거는 어성초, 평점, 헤...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85858"/>
                </a:solidFill>
                <a:latin typeface="Malgun Gothic"/>
              </a:defRPr>
            </a:pPr>
            <a:r>
              <a:t>브랜드별 리뷰 정리 샘플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85858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3개 브랜드 모두 제안상품을 다르게 가져갈 수 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1498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85858"/>
                </a:solidFill>
                <a:latin typeface="Malgun Gothic"/>
              </a:defRPr>
            </a:pPr>
            <a:r>
              <a:t>리뷰 정리는 단순 요약이 아니라, 브랜드마다 다른 영업 제안의 출발점입니다.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965960"/>
            <a:ext cx="10424160" cy="71323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139696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48840"/>
            <a:ext cx="2788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1">
                <a:solidFill>
                  <a:srgbClr val="147E74"/>
                </a:solidFill>
                <a:latin typeface="Malgun Gothic"/>
              </a:defRPr>
            </a:pPr>
            <a:r>
              <a:t>촉촉함·재구매 신호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148840"/>
            <a:ext cx="42062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101010"/>
                </a:solidFill>
                <a:latin typeface="Malgun Gothic"/>
              </a:defRPr>
            </a:pPr>
            <a:r>
              <a:t>후기형 상세페이지와 혜택 CRM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971800"/>
            <a:ext cx="10424160" cy="71323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145536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154680"/>
            <a:ext cx="2788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1">
                <a:solidFill>
                  <a:srgbClr val="147E74"/>
                </a:solidFill>
                <a:latin typeface="Malgun Gothic"/>
              </a:defRPr>
            </a:pPr>
            <a:r>
              <a:t>순한 사용감·클렌징/세럼 리뷰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154680"/>
            <a:ext cx="42062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101010"/>
                </a:solidFill>
                <a:latin typeface="Malgun Gothic"/>
              </a:defRPr>
            </a:pPr>
            <a:r>
              <a:t>사용감 숏폼과 검색광고 키워드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977639"/>
            <a:ext cx="10424160" cy="71323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51376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160520"/>
            <a:ext cx="2788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1">
                <a:solidFill>
                  <a:srgbClr val="147E74"/>
                </a:solidFill>
                <a:latin typeface="Malgun Gothic"/>
              </a:defRPr>
            </a:pPr>
            <a:r>
              <a:t>어성초·진정·수분장벽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160520"/>
            <a:ext cx="42062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101010"/>
                </a:solidFill>
                <a:latin typeface="Malgun Gothic"/>
              </a:defRPr>
            </a:pPr>
            <a:r>
              <a:t>민감 피부 근거 강화 상세페이지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440680"/>
            <a:ext cx="10424160" cy="47548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568696"/>
            <a:ext cx="9692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1">
                <a:solidFill>
                  <a:srgbClr val="101010"/>
                </a:solidFill>
                <a:latin typeface="Malgun Gothic"/>
              </a:defRPr>
            </a:pPr>
            <a:r>
              <a:t>다음에는 이 구조를 300개 브랜드에 반복 적용해, 브랜드별 PPT와 제안메일 본문을 함께 뽑으면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85858"/>
                </a:solidFill>
                <a:latin typeface="Malgun Gothic"/>
              </a:defRPr>
            </a:pPr>
            <a:r>
              <a:t>브랜드별 리뷰 정리 샘플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85858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