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geo alt 값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048256"/>
            <a:ext cx="4572000" cy="15727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28600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FF6B35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70048"/>
            <a:ext cx="376732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05072"/>
            <a:ext cx="4572000" cy="1499616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42816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47E74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08576"/>
            <a:ext cx="376732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고객 세그먼트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제품 단독 컷 / 은은한 자연광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서브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사용감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재구매/만족(100%+/0%-) / 보습/촉촉함(100%+/0%-), 보완 항목은 뚜렷한 부정 항목 낮음, 서브 메시지 검토 항목은 호불호 항목 낮음입니다.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1.618는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geo alt 값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048256"/>
            <a:ext cx="4572000" cy="15727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28600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FF6B35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70048"/>
            <a:ext cx="376732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05072"/>
            <a:ext cx="4572000" cy="1499616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42816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47E74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08576"/>
            <a:ext cx="376732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고객 세그먼트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42816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사용감 비교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424281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43984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세안 후 편안함과 부드러운 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2428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사용감 숏폼 리뷰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42%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64%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사용감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75%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86%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재구매/만족(95%+/0%-) / 보습/촉촉함(64%+/9%-), 보완 항목은 트러블/자극(50%+/42%-), 서브 메시지 검토 항목은 트러블/자극(50%+/42%-)입니다.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HYCL는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geo alt 값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048256"/>
            <a:ext cx="4572000" cy="15727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28600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FF6B35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70048"/>
            <a:ext cx="376732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05072"/>
            <a:ext cx="4572000" cy="1499616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42816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47E74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08576"/>
            <a:ext cx="376732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고객 세그먼트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42816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424281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43984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2428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67%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진정/장벽(100%+/0%-) / 가격/혜택(58%+/0%-), 보완 항목은 향(0%+/50%-), 서브 메시지 검토 항목은 호불호 항목 낮음입니다.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헤이네이처는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