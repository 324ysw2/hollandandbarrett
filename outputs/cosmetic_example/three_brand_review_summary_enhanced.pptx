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정리</a:t>
            </a:r>
            <a:br/>
            <a:r>
              <a:t>고도화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58368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 근거, 구매장벽, 유사 브랜드, 추천상품만 남긴 제안서용 구성입니다.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브랜드별 리뷰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근거와 추천상품을 한 장에서 바로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28216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64208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28216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64208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28216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14173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119786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42032"/>
            <a:ext cx="119786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148840"/>
            <a:ext cx="132588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49424"/>
            <a:ext cx="110642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542032"/>
            <a:ext cx="11064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493008"/>
            <a:ext cx="5074920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된 네이버 페이 구매평) 만족 산뜻하고 촉촉해요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76672"/>
            <a:ext cx="5074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93008"/>
            <a:ext cx="4526280" cy="10607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828032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57216"/>
            <a:ext cx="45262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47E74"/>
                </a:solidFill>
                <a:latin typeface="Malgun Gothic"/>
              </a:defRPr>
            </a:pPr>
            <a:r>
              <a:t>플렌티플랜트 / 꼬땅 / 포스트쿠엄 / 더티런드리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5532120"/>
            <a:ext cx="4526280" cy="47548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65099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4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605272"/>
            <a:ext cx="3154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1.618는 좋아요, 만족, 촉촉 신호가 있어 리뷰/FAQ 기반 상세페이지 개선 제안이 적합합니다.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브랜드별 리뷰 정리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근거와 추천상품을 한 장에서 바로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28216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64208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28216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64208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28216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14173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119786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42032"/>
            <a:ext cx="119786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148840"/>
            <a:ext cx="132588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49424"/>
            <a:ext cx="110642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542032"/>
            <a:ext cx="11064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493008"/>
            <a:ext cx="5074920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76672"/>
            <a:ext cx="5074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93008"/>
            <a:ext cx="4526280" cy="10607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828032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57216"/>
            <a:ext cx="45262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47E74"/>
                </a:solidFill>
                <a:latin typeface="Malgun Gothic"/>
              </a:defRPr>
            </a:pPr>
            <a:r>
              <a:t>릴리오브더데저트 / 퍼스트에이드뷰티 / 닥터에스떼RX / 닥터메디엠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5532120"/>
            <a:ext cx="4526280" cy="47548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65099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4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605272"/>
            <a:ext cx="3154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HYCL는 글로우픽, 마스크, 알로에 신호가 있어 체험단/숏폼 리뷰 콘텐츠 제안이 적합합니다.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브랜드별 리뷰 정리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근거와 추천상품을 한 장에서 바로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28216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64208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28216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64208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28216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14173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119786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42032"/>
            <a:ext cx="119786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2148840"/>
            <a:ext cx="12344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249424"/>
            <a:ext cx="101498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42032"/>
            <a:ext cx="10149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148840"/>
            <a:ext cx="1325880" cy="65836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49424"/>
            <a:ext cx="1106424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542032"/>
            <a:ext cx="11064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19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493008"/>
            <a:ext cx="5074920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600"/>
              </a:spcAft>
              <a:defRPr sz="1140">
                <a:solidFill>
                  <a:srgbClr val="101010"/>
                </a:solidFill>
                <a:latin typeface="Malgun Gothic"/>
              </a:defRPr>
            </a:pPr>
            <a:r>
              <a:t>리뷰 5 평점 4.9 어성초 스킨+앰플 세트 헤이네이처 어성초 10일의 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76672"/>
            <a:ext cx="5074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600"/>
              </a:spcAft>
              <a:defRPr sz="1100">
                <a:solidFill>
                  <a:srgbClr val="101010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127248"/>
            <a:ext cx="14173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93008"/>
            <a:ext cx="4526280" cy="10607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600"/>
              </a:spcAft>
              <a:defRPr sz="118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828032"/>
            <a:ext cx="14173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57216"/>
            <a:ext cx="45262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47E74"/>
                </a:solidFill>
                <a:latin typeface="Malgun Gothic"/>
              </a:defRPr>
            </a:pPr>
            <a:r>
              <a:t>이소켈리 / 뷰니오 / 만향소포 / 디쥬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5532120"/>
            <a:ext cx="4526280" cy="47548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65099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4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605272"/>
            <a:ext cx="3154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40" b="1">
                <a:solidFill>
                  <a:srgbClr val="101010"/>
                </a:solidFill>
                <a:latin typeface="Malgun Gothic"/>
              </a:defRPr>
            </a:pPr>
            <a:r>
              <a:t>헤이네이처는 진정, 세트, 장벽 신호가 있어 리뷰/FAQ 기반 상세페이지 개선 제안이 적합합니다.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브랜드별 리뷰 정리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문제에 맞춰 제안상품을 다르게 잡습니다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같은 화장품 브랜드라도 반복되는 리뷰 신호가 다르면 영업 제안도 달라집니다.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28800"/>
            <a:ext cx="10424160" cy="76809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116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011680"/>
            <a:ext cx="2926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가격·혜택 설득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2011680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89504"/>
            <a:ext cx="10424160" cy="76809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72384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072384"/>
            <a:ext cx="2926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가격·혜택 설득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072384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50208"/>
            <a:ext cx="10424160" cy="76809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3308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33088"/>
            <a:ext cx="2926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가격·혜택 설득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4133088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이 구조를 브랜드별 자동 PPT, 이미지 카드, 제안메일 본문에 그대로 반복 적용합니다.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브랜드별 리뷰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