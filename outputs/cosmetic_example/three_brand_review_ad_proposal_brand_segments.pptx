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828032"/>
            <a:ext cx="3337560" cy="80467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01091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956048"/>
            <a:ext cx="18288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제품 단독 컷 / 은은한 자연광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4828032"/>
            <a:ext cx="3218688" cy="80467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919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6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90688" y="4828032"/>
            <a:ext cx="2788920" cy="80467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491947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89320"/>
            <a:ext cx="8686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8" y="5916168"/>
            <a:ext cx="8961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1.618는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28032"/>
            <a:ext cx="3337560" cy="80467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1091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956048"/>
            <a:ext cx="18288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4828032"/>
            <a:ext cx="3218688" cy="80467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4919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6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90688" y="4828032"/>
            <a:ext cx="2788920" cy="80467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491947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989320"/>
            <a:ext cx="8686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64208" y="5916168"/>
            <a:ext cx="8961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HYCL는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257860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2395727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64208"/>
            <a:ext cx="2852928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773936"/>
            <a:ext cx="2670048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664208"/>
            <a:ext cx="3017520" cy="384048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773936"/>
            <a:ext cx="2834639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67712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267712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267712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17520"/>
            <a:ext cx="257860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17520"/>
            <a:ext cx="2852928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72968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017520"/>
            <a:ext cx="3017520" cy="530352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172968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67328"/>
            <a:ext cx="257860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6"/>
            <a:ext cx="2340863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767328"/>
            <a:ext cx="2852928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922776"/>
            <a:ext cx="2615184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3767328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22776"/>
            <a:ext cx="27797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28032"/>
            <a:ext cx="3337560" cy="80467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010912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956048"/>
            <a:ext cx="182880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4828032"/>
            <a:ext cx="3218688" cy="80467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4919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6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90688" y="4828032"/>
            <a:ext cx="2788920" cy="80467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5010912"/>
            <a:ext cx="868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491947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989320"/>
            <a:ext cx="868680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64208" y="5916168"/>
            <a:ext cx="89611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01010"/>
                </a:solidFill>
                <a:latin typeface="Malgun Gothic"/>
              </a:defRPr>
            </a:pPr>
            <a:r>
              <a:t>헤이네이처는 리뷰에서 반복되는 관심사를 기준으로 고객군을 나누고, 각 고객군에 맞는 광고 문구와 혜택을 다르게 제안하는 방식이 적합합니다.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