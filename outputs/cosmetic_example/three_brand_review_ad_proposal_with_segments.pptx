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2084831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414016"/>
            <a:ext cx="4526280" cy="8778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혜택/재구매 CRM 소재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3611880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12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480974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102352"/>
            <a:ext cx="45262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고객 관심사별로 광고 메시지를 나눕니다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소구점을 고객 세그먼트와 프로모션으로 연결합니다.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1325880" cy="36576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865376"/>
            <a:ext cx="1179576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브랜드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783080"/>
            <a:ext cx="2148840" cy="36576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1865376"/>
            <a:ext cx="2002536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주요 고객 세그먼트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783080"/>
            <a:ext cx="2514600" cy="36576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865376"/>
            <a:ext cx="2368296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783080"/>
            <a:ext cx="2697480" cy="36576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2" y="1865376"/>
            <a:ext cx="2551176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23160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560320"/>
            <a:ext cx="1143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423160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2560320"/>
            <a:ext cx="19659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23160"/>
            <a:ext cx="2514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79" y="2560320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2423160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2560320"/>
            <a:ext cx="2514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10712"/>
            <a:ext cx="132588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547872"/>
            <a:ext cx="1143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3410712"/>
            <a:ext cx="21488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3547872"/>
            <a:ext cx="19659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3410712"/>
            <a:ext cx="251460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79" y="3547872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410712"/>
            <a:ext cx="269748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547872"/>
            <a:ext cx="2514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398264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35424"/>
            <a:ext cx="11430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398264"/>
            <a:ext cx="21488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4535424"/>
            <a:ext cx="19659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4398264"/>
            <a:ext cx="2514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79" y="4535424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4398264"/>
            <a:ext cx="26974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4535424"/>
            <a:ext cx="2514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3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5532120"/>
            <a:ext cx="10287000" cy="43891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5669280"/>
            <a:ext cx="10972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40" b="1">
                <a:solidFill>
                  <a:srgbClr val="FF6B35"/>
                </a:solidFill>
                <a:latin typeface="Malgun Gothic"/>
              </a:defRPr>
            </a:pPr>
            <a:r>
              <a:t>제안 포인트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93392" y="5614416"/>
            <a:ext cx="80467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50" b="1">
                <a:solidFill>
                  <a:srgbClr val="101010"/>
                </a:solidFill>
                <a:latin typeface="Malgun Gothic"/>
              </a:defRPr>
            </a:pPr>
            <a:r>
              <a:t>같은 리뷰 데이터라도 고객 관심사에 따라 광고 문구와 혜택을 다르게 제안합니다.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세그먼트별 소재 방향까지 바로 제안합니다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PPT, 이미지 카드, 제안메일에 들어갈 문장을 같은 기준으로 뽑습니다.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24612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93392"/>
            <a:ext cx="23774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505456"/>
            <a:ext cx="73152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147E74"/>
                </a:solidFill>
                <a:latin typeface="Malgun Gothic"/>
              </a:defRPr>
            </a:pPr>
            <a:r>
              <a:t>소구점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70632"/>
            <a:ext cx="27432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촉촉한 보습감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산뜻한 사용감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20440"/>
            <a:ext cx="77724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세그먼트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85615"/>
            <a:ext cx="27432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498848"/>
            <a:ext cx="82296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2A5BD7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27432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5" y="1783080"/>
            <a:ext cx="324612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3" y="1993392"/>
            <a:ext cx="23774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05456"/>
            <a:ext cx="73152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147E74"/>
                </a:solidFill>
                <a:latin typeface="Malgun Gothic"/>
              </a:defRPr>
            </a:pPr>
            <a:r>
              <a:t>소구점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70632"/>
            <a:ext cx="27432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촉촉한 보습감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민감 피부 진정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520440"/>
            <a:ext cx="77724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785615"/>
            <a:ext cx="27432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498848"/>
            <a:ext cx="82296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2A5BD7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754880"/>
            <a:ext cx="27432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783080"/>
            <a:ext cx="3246120" cy="41605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993392"/>
            <a:ext cx="23774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05456"/>
            <a:ext cx="73152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147E74"/>
                </a:solidFill>
                <a:latin typeface="Malgun Gothic"/>
              </a:defRPr>
            </a:pPr>
            <a:r>
              <a:t>소구점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2770632"/>
            <a:ext cx="27432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촉촉한 보습감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민감 피부 진정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40"/>
            <a:ext cx="77724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세그먼트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3785615"/>
            <a:ext cx="27432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498848"/>
            <a:ext cx="82296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2A5BD7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4754880"/>
            <a:ext cx="2743200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019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