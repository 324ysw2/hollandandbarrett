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804672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600" b="1">
                <a:solidFill>
                  <a:srgbClr val="101010"/>
                </a:solidFill>
                <a:latin typeface="Malgun Gothic"/>
              </a:defRPr>
            </a:pPr>
            <a:r>
              <a:t>브랜드별 리뷰 기반</a:t>
            </a:r>
            <a:br/>
            <a:r>
              <a:t>광고 제안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95728"/>
            <a:ext cx="67665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0">
                <a:solidFill>
                  <a:srgbClr val="565656"/>
                </a:solidFill>
                <a:latin typeface="Malgun Gothic"/>
              </a:defRPr>
            </a:pPr>
            <a:r>
              <a:t>리뷰에서 고객 반응을 뽑고, 그 반응을 광고 카피와 이미지 방향으로 연결했습니다.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786384"/>
            <a:ext cx="3749039" cy="50749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7899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포함 브랜드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162763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62763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7510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9191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79191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26663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73075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3075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7822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만족 배송도 빠르고 흡수력도 좋아요~분사력은 안개분사가 아닌것 같아요~ 모공은 쏙!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1.618 티트리 클리어링 폼클렌저 150ml 재구매 10개째 선물도하고 좋아서 재구매 10개 이상 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번들거리지 않아서 예민피부 지성분들 가을겨울철에 추천합니당 1.618 샐몬 퍼밍 슬리핑마스크 100g 만족 좋아요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산뜻한 사용감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1.618, 다시 찾는 이유가 있는 스킨케어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만족 리뷰가 말해주는 데일리 케어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제품 단독 컷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은은한 자연광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피부결이 보이는 사용 장면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여복합성 4 하이클 바하 딥 포어 젤 클렌저 순하고 촉촉 착한 클렌저 뚜껑을 꽉 안 닫았더니 다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하이클 라하 톤앤글로우 소프트닝 세럼 좋다고 해서 샀어요!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첫단계로 써주시면 되는데 5세대 라하 펄피큘이라 보통의 스피큘 제품들에 비하면 무자극에 가깝다고 생각할 정도로 안따가워요.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클렌징 사용감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HYCL,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워낙 여드*성 피부고 툭하면 이것저것 많이 나고 자주 뒤집어지는데 헤이네이처 어성초 스킨 쓰면 확실히 진정되는 느낌이 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나아질 기*가 안보였어요ㅠㅠ 첫날 피부 보시면 다들 아시겠지만 너무 심해서 거울보기도 싫을..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NEW 엑설런트 파리지앵 독특한 식물성 머스크 향인 앰브랫의 씨앗은 독특한 원료로 이 향수에서 우거진 나무를 연상하게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헤이네이처,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리뷰가 말하는 소구점이 광고 방향을 결정합니다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문장, 소구점, 추천상품을 같이 보면 브랜드별 제안이 더 선명해집니다.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38528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38528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산뜻한 사용감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938528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34639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1752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3017520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13631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96511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96511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4096511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285232"/>
            <a:ext cx="1042416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68112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FF6B35"/>
                </a:solidFill>
                <a:latin typeface="Malgun Gothic"/>
              </a:defRPr>
            </a:pPr>
            <a:r>
              <a:t>다음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5394960"/>
            <a:ext cx="7955279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01010"/>
                </a:solidFill>
                <a:latin typeface="Malgun Gothic"/>
              </a:defRPr>
            </a:pPr>
            <a:r>
              <a:t>브랜드별 리뷰 근거를 유지한 채 이미지 카드와 제안메일 본문까지 같은 구조로 확장합니다.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